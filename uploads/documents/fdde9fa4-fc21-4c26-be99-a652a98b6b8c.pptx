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6" r:id="rId5"/>
    <p:sldId id="286" r:id="rId6"/>
    <p:sldId id="260" r:id="rId7"/>
    <p:sldId id="287" r:id="rId8"/>
    <p:sldId id="264" r:id="rId9"/>
    <p:sldId id="267" r:id="rId10"/>
    <p:sldId id="269" r:id="rId11"/>
    <p:sldId id="268" r:id="rId12"/>
    <p:sldId id="270" r:id="rId13"/>
    <p:sldId id="277" r:id="rId14"/>
    <p:sldId id="290" r:id="rId15"/>
    <p:sldId id="276" r:id="rId16"/>
    <p:sldId id="288" r:id="rId17"/>
    <p:sldId id="275" r:id="rId18"/>
    <p:sldId id="274" r:id="rId19"/>
    <p:sldId id="273" r:id="rId20"/>
    <p:sldId id="272" r:id="rId21"/>
    <p:sldId id="271" r:id="rId22"/>
    <p:sldId id="284" r:id="rId23"/>
    <p:sldId id="291" r:id="rId24"/>
    <p:sldId id="283" r:id="rId25"/>
    <p:sldId id="289" r:id="rId26"/>
    <p:sldId id="282" r:id="rId27"/>
    <p:sldId id="281" r:id="rId28"/>
    <p:sldId id="280" r:id="rId29"/>
    <p:sldId id="279" r:id="rId30"/>
    <p:sldId id="278" r:id="rId31"/>
    <p:sldId id="262" r:id="rId32"/>
    <p:sldId id="263" r:id="rId33"/>
    <p:sldId id="261" r:id="rId34"/>
    <p:sldId id="285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326C3-38AB-2F35-5B07-0C0ADAC5D9AC}" v="14" dt="2025-10-17T19:57:52.753"/>
    <p1510:client id="{C9E36A91-A44F-D6B1-6E22-E65FC80AC746}" v="347" dt="2025-10-15T21:39:07.230"/>
    <p1510:client id="{D4AF6FC7-7837-DAB4-BAFB-8A3A5FFECADB}" v="118" dt="2025-10-16T12:37:57.861"/>
    <p1510:client id="{ED2EC67C-4E1B-6389-FD3E-E1EC5E06F5FE}" v="438" dt="2025-10-15T22:20:49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9" autoAdjust="0"/>
    <p:restoredTop sz="94702"/>
  </p:normalViewPr>
  <p:slideViewPr>
    <p:cSldViewPr snapToGrid="0">
      <p:cViewPr varScale="1">
        <p:scale>
          <a:sx n="113" d="100"/>
          <a:sy n="113" d="100"/>
        </p:scale>
        <p:origin x="4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6885" y="1144134"/>
            <a:ext cx="7609115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b="1"/>
              <a:t>Validation Finale</a:t>
            </a:r>
            <a:br>
              <a:rPr lang="en-US"/>
            </a:br>
            <a:r>
              <a:rPr lang="en-US"/>
              <a:t>UX Design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96885" y="3493180"/>
            <a:ext cx="7609115" cy="20694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b="1">
                <a:ea typeface="+mn-lt"/>
                <a:cs typeface="+mn-lt"/>
              </a:rPr>
              <a:t>Classe : -</a:t>
            </a:r>
          </a:p>
          <a:p>
            <a:pPr algn="l"/>
            <a:r>
              <a:rPr lang="en-US" b="1">
                <a:ea typeface="+mn-lt"/>
                <a:cs typeface="+mn-lt"/>
              </a:rPr>
              <a:t>Equipe : -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algn="l"/>
            <a:r>
              <a:rPr lang="en-US" b="1"/>
              <a:t>Idée </a:t>
            </a:r>
            <a:r>
              <a:rPr lang="en-US" b="1" err="1"/>
              <a:t>générale</a:t>
            </a:r>
            <a:r>
              <a:rPr lang="en-US" b="1"/>
              <a:t> : -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549E336-0A0F-CA8C-C6CA-519FCA3F2882}"/>
              </a:ext>
            </a:extLst>
          </p:cNvPr>
          <p:cNvGrpSpPr/>
          <p:nvPr/>
        </p:nvGrpSpPr>
        <p:grpSpPr>
          <a:xfrm>
            <a:off x="204479" y="275320"/>
            <a:ext cx="1079323" cy="864080"/>
            <a:chOff x="204479" y="275320"/>
            <a:chExt cx="1079323" cy="864080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FB3E8DEA-4D22-9BE2-B2FF-7E48451ACCD8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FE36A0AD-DD0F-27C8-39ED-326F71289B4C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795EDF5A-20E7-6B09-7859-D4C57F5C5CDC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5073A239-1852-F162-358A-A5296C6640E9}"/>
              </a:ext>
            </a:extLst>
          </p:cNvPr>
          <p:cNvSpPr txBox="1">
            <a:spLocks/>
          </p:cNvSpPr>
          <p:nvPr/>
        </p:nvSpPr>
        <p:spPr>
          <a:xfrm>
            <a:off x="1524000" y="5996895"/>
            <a:ext cx="9144000" cy="49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3F3F3F"/>
                </a:solidFill>
                <a:ea typeface="+mn-lt"/>
                <a:cs typeface="+mn-lt"/>
              </a:rPr>
              <a:t>Année Universitaire - 2025-2026</a:t>
            </a:r>
            <a:endParaRPr lang="en-US">
              <a:solidFill>
                <a:srgbClr val="3F3F3F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9E4FBD4-99F0-9678-2249-7072C78B2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114" y="254296"/>
            <a:ext cx="2318658" cy="101540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77E0FBB-592D-6223-57CD-D664D323E83C}"/>
              </a:ext>
            </a:extLst>
          </p:cNvPr>
          <p:cNvGrpSpPr/>
          <p:nvPr/>
        </p:nvGrpSpPr>
        <p:grpSpPr>
          <a:xfrm rot="11280000">
            <a:off x="10779342" y="5637060"/>
            <a:ext cx="1199066" cy="874966"/>
            <a:chOff x="204479" y="275320"/>
            <a:chExt cx="1079323" cy="864080"/>
          </a:xfrm>
        </p:grpSpPr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4E6893DD-4E90-D0B1-51A5-27BF00CE50F1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18C34C5A-ED86-E362-1EE3-346C506FE61F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7FE2B6F1-57F0-3804-E7FC-9CE48503A8E1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2BB5-B899-1ADF-EE9C-F2EBB99A7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A9BD2-6279-A1A7-DE8E-7FE47AE14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285" y="1727654"/>
            <a:ext cx="4517573" cy="436222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AutoNum type="arabicPeriod"/>
            </a:pPr>
            <a:r>
              <a:rPr lang="en-US" b="1" err="1"/>
              <a:t>Membres</a:t>
            </a:r>
            <a:r>
              <a:rPr lang="en-US" b="1"/>
              <a:t> de </a:t>
            </a:r>
            <a:r>
              <a:rPr lang="en-US" b="1" err="1"/>
              <a:t>l'équipe</a:t>
            </a:r>
          </a:p>
          <a:p>
            <a:pPr marL="514350" indent="-514350">
              <a:buAutoNum type="arabicPeriod"/>
            </a:pPr>
            <a:r>
              <a:rPr lang="en-US" b="1" err="1"/>
              <a:t>Besoin</a:t>
            </a:r>
            <a:r>
              <a:rPr lang="en-US" b="1"/>
              <a:t> n°1: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Itération</a:t>
            </a:r>
            <a:r>
              <a:rPr lang="en-US"/>
              <a:t> 1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err="1"/>
              <a:t>Itération</a:t>
            </a:r>
            <a:r>
              <a:rPr lang="en-US"/>
              <a:t> 2</a:t>
            </a:r>
          </a:p>
          <a:p>
            <a:pPr marL="514350" indent="-514350">
              <a:buAutoNum type="arabicPeriod"/>
            </a:pPr>
            <a:r>
              <a:rPr lang="en-US" b="1" err="1"/>
              <a:t>Besoin</a:t>
            </a:r>
            <a:r>
              <a:rPr lang="en-US" b="1"/>
              <a:t> n°2:</a:t>
            </a:r>
            <a:endParaRPr lang="en-US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err="1"/>
              <a:t>Itération</a:t>
            </a:r>
            <a:r>
              <a:rPr lang="en-US"/>
              <a:t> 1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err="1"/>
              <a:t>Itération</a:t>
            </a:r>
            <a:r>
              <a:rPr lang="en-US"/>
              <a:t> 2</a:t>
            </a:r>
          </a:p>
          <a:p>
            <a:pPr marL="514350" indent="-514350">
              <a:buAutoNum type="arabicPeriod"/>
            </a:pPr>
            <a:r>
              <a:rPr lang="en-US" b="1" err="1"/>
              <a:t>Besoin</a:t>
            </a:r>
            <a:r>
              <a:rPr lang="en-US" b="1"/>
              <a:t> n°3:</a:t>
            </a:r>
            <a:endParaRPr lang="en-US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err="1"/>
              <a:t>Itération</a:t>
            </a:r>
            <a:r>
              <a:rPr lang="en-US"/>
              <a:t> 1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err="1"/>
              <a:t>Itération</a:t>
            </a:r>
            <a:r>
              <a:rPr lang="en-US"/>
              <a:t> 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61A55E8-348D-8B16-1C21-21D204075F2C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1C3EF3B9-D1B2-CEC8-518D-778BC050C216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E1440A10-1A62-CEB2-275D-B94C0514BC33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22FDE246-BDD4-088B-680A-01DCA796E22B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912C643-3273-9BC6-FB2D-5B07EC35AF07}"/>
              </a:ext>
            </a:extLst>
          </p:cNvPr>
          <p:cNvGrpSpPr/>
          <p:nvPr/>
        </p:nvGrpSpPr>
        <p:grpSpPr>
          <a:xfrm rot="11280000">
            <a:off x="10779340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F20249AA-DE89-74A8-3A23-0F7B3AA4022C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69954AA2-49A0-6229-83D6-9F7DAB463B25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C1436802-7A61-BEA1-B4EE-3855DE68B014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34FC7A3-0721-B54C-C0D4-022C11382BF2}"/>
              </a:ext>
            </a:extLst>
          </p:cNvPr>
          <p:cNvSpPr txBox="1">
            <a:spLocks/>
          </p:cNvSpPr>
          <p:nvPr/>
        </p:nvSpPr>
        <p:spPr>
          <a:xfrm>
            <a:off x="6476999" y="1727654"/>
            <a:ext cx="4517573" cy="436222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5.User Flow </a:t>
            </a:r>
            <a:r>
              <a:rPr lang="en-US" b="1" err="1"/>
              <a:t>Complet</a:t>
            </a:r>
            <a:endParaRPr lang="en-US" err="1"/>
          </a:p>
          <a:p>
            <a:pPr marL="0" indent="0">
              <a:buNone/>
            </a:pPr>
            <a:r>
              <a:rPr lang="en-US" b="1"/>
              <a:t>6.Démo </a:t>
            </a:r>
            <a:r>
              <a:rPr lang="en-US" b="1" err="1"/>
              <a:t>vidéo</a:t>
            </a:r>
          </a:p>
          <a:p>
            <a:pPr marL="0" indent="0">
              <a:buNone/>
            </a:pPr>
            <a:r>
              <a:rPr lang="en-US" b="1"/>
              <a:t>7.</a:t>
            </a:r>
            <a:r>
              <a:rPr lang="en-US" b="1">
                <a:ea typeface="+mn-lt"/>
                <a:cs typeface="+mn-lt"/>
              </a:rPr>
              <a:t>Etude comparative (Test </a:t>
            </a:r>
            <a:r>
              <a:rPr lang="en-US" b="1" err="1">
                <a:ea typeface="+mn-lt"/>
                <a:cs typeface="+mn-lt"/>
              </a:rPr>
              <a:t>quantitatif</a:t>
            </a:r>
            <a:r>
              <a:rPr lang="en-US" b="1">
                <a:ea typeface="+mn-lt"/>
                <a:cs typeface="+mn-lt"/>
              </a:rPr>
              <a:t> / User Flow final)</a:t>
            </a:r>
          </a:p>
        </p:txBody>
      </p: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68F20C20-B120-EE04-C941-5EA7C0EF2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8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35CDB-0CB0-E4F1-FE5C-D1885676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1.Membres de l'équipe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F3B8D47-8085-4B44-7DA4-EBA26BEE0EF9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151A64F7-2CA1-3F02-4703-C329122551CA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D950007-8F77-9F4C-1F03-2D887EE3BBB3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95AFBEC5-D90C-7F3E-DA52-3DC52CFE5C3E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E2A787-B462-D106-2724-1700DA4A0392}"/>
              </a:ext>
            </a:extLst>
          </p:cNvPr>
          <p:cNvGrpSpPr/>
          <p:nvPr/>
        </p:nvGrpSpPr>
        <p:grpSpPr>
          <a:xfrm rot="11280000">
            <a:off x="10779339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3995F9A5-2B32-12F6-E491-71E2A8E94070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C42F5199-1B02-90AE-536E-A41E9FDCFC9A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CC7E960D-8227-C320-C01F-7BF877C49953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F98383-5B28-F605-1875-66EAB66B2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02638"/>
              </p:ext>
            </p:extLst>
          </p:nvPr>
        </p:nvGraphicFramePr>
        <p:xfrm>
          <a:off x="494250" y="2222787"/>
          <a:ext cx="3408608" cy="3187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304">
                  <a:extLst>
                    <a:ext uri="{9D8B030D-6E8A-4147-A177-3AD203B41FA5}">
                      <a16:colId xmlns:a16="http://schemas.microsoft.com/office/drawing/2014/main" val="904245538"/>
                    </a:ext>
                  </a:extLst>
                </a:gridCol>
                <a:gridCol w="1704304">
                  <a:extLst>
                    <a:ext uri="{9D8B030D-6E8A-4147-A177-3AD203B41FA5}">
                      <a16:colId xmlns:a16="http://schemas.microsoft.com/office/drawing/2014/main" val="313838862"/>
                    </a:ext>
                  </a:extLst>
                </a:gridCol>
              </a:tblGrid>
              <a:tr h="892602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err="1"/>
                        <a:t>Besoin</a:t>
                      </a:r>
                      <a:r>
                        <a:rPr lang="en-US" sz="2400"/>
                        <a:t> 1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73997"/>
                  </a:ext>
                </a:extLst>
              </a:tr>
              <a:tr h="935789">
                <a:tc>
                  <a:txBody>
                    <a:bodyPr/>
                    <a:lstStyle/>
                    <a:p>
                      <a:r>
                        <a:rPr lang="en-US"/>
                        <a:t>Nom &amp; </a:t>
                      </a:r>
                      <a:r>
                        <a:rPr lang="en-US" err="1"/>
                        <a:t>Prénom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Nom &amp; </a:t>
                      </a:r>
                      <a:r>
                        <a:rPr lang="en-US" err="1"/>
                        <a:t>Prénom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66374"/>
                  </a:ext>
                </a:extLst>
              </a:tr>
              <a:tr h="13591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Photo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Photo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77303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BB82E9C-4FEE-807C-EDC3-78FC5B339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522208"/>
              </p:ext>
            </p:extLst>
          </p:nvPr>
        </p:nvGraphicFramePr>
        <p:xfrm>
          <a:off x="4391335" y="2222787"/>
          <a:ext cx="3408608" cy="3187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304">
                  <a:extLst>
                    <a:ext uri="{9D8B030D-6E8A-4147-A177-3AD203B41FA5}">
                      <a16:colId xmlns:a16="http://schemas.microsoft.com/office/drawing/2014/main" val="904245538"/>
                    </a:ext>
                  </a:extLst>
                </a:gridCol>
                <a:gridCol w="1704304">
                  <a:extLst>
                    <a:ext uri="{9D8B030D-6E8A-4147-A177-3AD203B41FA5}">
                      <a16:colId xmlns:a16="http://schemas.microsoft.com/office/drawing/2014/main" val="313838862"/>
                    </a:ext>
                  </a:extLst>
                </a:gridCol>
              </a:tblGrid>
              <a:tr h="892602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err="1"/>
                        <a:t>Besoin</a:t>
                      </a:r>
                      <a:r>
                        <a:rPr lang="en-US" sz="2400"/>
                        <a:t> 2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73997"/>
                  </a:ext>
                </a:extLst>
              </a:tr>
              <a:tr h="935789">
                <a:tc>
                  <a:txBody>
                    <a:bodyPr/>
                    <a:lstStyle/>
                    <a:p>
                      <a:r>
                        <a:rPr lang="en-US"/>
                        <a:t>Nom &amp; </a:t>
                      </a:r>
                      <a:r>
                        <a:rPr lang="en-US" err="1"/>
                        <a:t>Prénom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Nom &amp; </a:t>
                      </a:r>
                      <a:r>
                        <a:rPr lang="en-US" err="1"/>
                        <a:t>Prénom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66374"/>
                  </a:ext>
                </a:extLst>
              </a:tr>
              <a:tr h="13591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Photo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Photo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77303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1F92391E-7B37-EE32-14A5-7B89E7CBF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215717"/>
              </p:ext>
            </p:extLst>
          </p:nvPr>
        </p:nvGraphicFramePr>
        <p:xfrm>
          <a:off x="8288420" y="2222787"/>
          <a:ext cx="3408608" cy="3187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304">
                  <a:extLst>
                    <a:ext uri="{9D8B030D-6E8A-4147-A177-3AD203B41FA5}">
                      <a16:colId xmlns:a16="http://schemas.microsoft.com/office/drawing/2014/main" val="904245538"/>
                    </a:ext>
                  </a:extLst>
                </a:gridCol>
                <a:gridCol w="1704304">
                  <a:extLst>
                    <a:ext uri="{9D8B030D-6E8A-4147-A177-3AD203B41FA5}">
                      <a16:colId xmlns:a16="http://schemas.microsoft.com/office/drawing/2014/main" val="313838862"/>
                    </a:ext>
                  </a:extLst>
                </a:gridCol>
              </a:tblGrid>
              <a:tr h="892602"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 err="1"/>
                        <a:t>Besoin</a:t>
                      </a:r>
                      <a:r>
                        <a:rPr lang="en-US" sz="2400"/>
                        <a:t> 3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873997"/>
                  </a:ext>
                </a:extLst>
              </a:tr>
              <a:tr h="935789">
                <a:tc>
                  <a:txBody>
                    <a:bodyPr/>
                    <a:lstStyle/>
                    <a:p>
                      <a:r>
                        <a:rPr lang="en-US"/>
                        <a:t>Nom &amp; </a:t>
                      </a:r>
                      <a:r>
                        <a:rPr lang="en-US" err="1"/>
                        <a:t>Prénom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Nom &amp; </a:t>
                      </a:r>
                      <a:r>
                        <a:rPr lang="en-US" err="1"/>
                        <a:t>Prénom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66374"/>
                  </a:ext>
                </a:extLst>
              </a:tr>
              <a:tr h="13591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Photo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Photo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177303"/>
                  </a:ext>
                </a:extLst>
              </a:tr>
            </a:tbl>
          </a:graphicData>
        </a:graphic>
      </p:graphicFrame>
      <p:pic>
        <p:nvPicPr>
          <p:cNvPr id="24" name="Picture 23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75304629-D2FC-6681-25F0-6C4E32A6E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87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74E73-B437-B553-9034-EE6C7D9A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AA72F-323B-416C-34C8-50E030827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885" y="2232705"/>
            <a:ext cx="7609115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800" b="1" err="1"/>
              <a:t>Besoin</a:t>
            </a:r>
            <a:r>
              <a:rPr lang="en-US" sz="4800" b="1"/>
              <a:t> 1: -</a:t>
            </a:r>
            <a:endParaRPr lang="en-US" sz="4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ACD1584-CE20-BE14-B35B-D099D180DA54}"/>
              </a:ext>
            </a:extLst>
          </p:cNvPr>
          <p:cNvGrpSpPr/>
          <p:nvPr/>
        </p:nvGrpSpPr>
        <p:grpSpPr>
          <a:xfrm>
            <a:off x="204479" y="275320"/>
            <a:ext cx="1079323" cy="864080"/>
            <a:chOff x="204479" y="275320"/>
            <a:chExt cx="1079323" cy="864080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B050C346-1A05-421E-231D-9F60AA327881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6A9549EE-EF1A-2649-5A39-37AF9B7DE5D4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7A27F5EF-9D64-FE10-20FA-B9581F940F43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B2ECD9D-3C05-08E9-8CD9-5E1D238B5181}"/>
              </a:ext>
            </a:extLst>
          </p:cNvPr>
          <p:cNvGrpSpPr/>
          <p:nvPr/>
        </p:nvGrpSpPr>
        <p:grpSpPr>
          <a:xfrm rot="11280000">
            <a:off x="10779342" y="5637060"/>
            <a:ext cx="1199066" cy="874966"/>
            <a:chOff x="204479" y="275320"/>
            <a:chExt cx="1079323" cy="864080"/>
          </a:xfrm>
        </p:grpSpPr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1685EDD3-3A70-B0FB-21EB-59AA7675DA6B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5BE039B7-8B4D-9C6B-5B9A-A2E31D84D237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0DAC48FE-E78B-4ABA-F4C2-D955DEC019B2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149D1814-2321-9C98-DD03-20A1E32B3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620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5111F7-6504-57E6-BFE9-34B2D4AE8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Prototype Low Fidelity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A16429-DBD9-50C9-7B60-A7E602C60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Ajouter  le prototype LF</a:t>
            </a:r>
          </a:p>
        </p:txBody>
      </p:sp>
    </p:spTree>
    <p:extLst>
      <p:ext uri="{BB962C8B-B14F-4D97-AF65-F5344CB8AC3E}">
        <p14:creationId xmlns:p14="http://schemas.microsoft.com/office/powerpoint/2010/main" val="285568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D923-080A-E57F-87A9-22FC7A90A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1 – Captures TLDV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FCC2F-2AA1-65D1-8A20-A4CA38D4F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43AC0CF-AEE3-36D9-63D2-E9A55DFEF685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11FD9DBD-0434-11AE-6B63-F5D52C49C0A0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9C38442C-9A6E-C99E-7EC5-510AF77B89F3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41C5F916-67DF-CE82-43E6-1FC44B1F1DB0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82E74E-1335-9554-3C42-3F44EAA9BEAF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174391D7-D521-9D39-59AE-8CE1BA794301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697DBC4F-F9DC-E19F-FA01-E3A3DBBB8793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E57FBC58-B6E3-9C1C-A21C-CAC5D1096BFC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815C7617-864C-4928-B2CF-63675AD77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3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EC1E-3FDC-B9EF-6C47-66699B61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A801A-1C60-E17C-6E38-A880B107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1 – Captures TLDV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1F6F3-C4EB-DDB8-3252-F4870E46E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Capture transcription  la première </a:t>
            </a:r>
            <a:r>
              <a:rPr lang="en-US" dirty="0" err="1"/>
              <a:t>partie</a:t>
            </a:r>
            <a:r>
              <a:rPr lang="en-US" dirty="0"/>
              <a:t> de </a:t>
            </a:r>
            <a:r>
              <a:rPr lang="en-US" dirty="0" err="1"/>
              <a:t>chaque</a:t>
            </a:r>
            <a:r>
              <a:rPr lang="en-US" dirty="0"/>
              <a:t> interview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B7B46B0-7388-B1BD-4C3F-1E4708AF76F6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2CDFE484-9611-AAA1-08C0-4D1ACD343A21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2A7FA0B9-4C12-D402-707B-B8F3AC2D251D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D8A27B45-86DC-E408-3889-B367B97DFE59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70E5147-91C7-C9E4-6C2F-7D7597ECD8A4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BC3DC841-FF1C-73C5-C189-4BB7A0A6F456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935DEE55-6E84-5DD9-20B0-E67D6FE45629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AE878A7C-2F28-C4A1-9200-73AADAC79E82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89DD49B6-B586-82A5-3CCA-F89BA9C6D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76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111E5-7CD0-7D8C-209C-586057F59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7FE5-5B98-BA08-9DCC-A7274F776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Itération 1 – </a:t>
            </a:r>
            <a:r>
              <a:rPr lang="en-US" err="1"/>
              <a:t>Liste</a:t>
            </a:r>
            <a:r>
              <a:rPr lang="en-US"/>
              <a:t> </a:t>
            </a:r>
            <a:r>
              <a:rPr lang="en-US" err="1"/>
              <a:t>d'itération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016F2-63EC-3CD5-C6E3-D3CA40DFC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67FB1E9-A48E-A6D4-B625-0E7C725F139E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4FFF1FB4-C260-3EC9-40B3-1F2A45827972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2C08B9A9-25E5-280F-F909-7B58027F500D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B088E339-B11E-1AAD-1770-34A4421E394C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0B8151-2F64-E425-9372-3A023ACA5F3E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DC670A1D-0DF5-F8AA-E970-1095DB736B8C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47084691-EB4C-7203-AE40-9A9F135662C1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88B63A8F-A13D-85A0-8F4B-17DEEEF39AF9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A5C580E1-DF4F-7240-275A-A6A9242B5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8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0FD5-189A-B418-3A67-CEADC2FE3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6C5F4-ECCF-9AEC-49C2-5FDCDDDF5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Améliorations : PLF &gt; PMF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49776-D952-F44C-9247-85EC9A8ED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A851991-B90E-5765-906C-E0E449E2CB26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9086BF3A-417F-2A64-BBA9-1BA708B62A57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D54EB68C-608B-E405-8398-FAC72220BACE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38A681A9-00B1-647A-AA08-3A42C882E7C7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62057C-8D8F-B7B0-CAA4-5AD9EBC7754D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8D5DCF11-EF71-25AB-3F5D-388E782AA70D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06D08A87-FC58-7C91-56A6-3FD3FF3AFBDE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786B9B7F-F592-0024-FF51-76081E5C360F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093DD222-00D7-12ED-E115-E6F02E069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3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788B8-F0AB-9EFE-C1B9-16D701DB9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EB6F-5972-BBD2-1E33-B251BE44E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2 – Captures TLDV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34421-5670-8B6A-EBE5-AAB957C33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1AC1C1B-DF20-C742-9232-D36A73F12BE6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2180C3FC-2DCA-7BF0-EB5A-21F7D27E0C0E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1940182D-84AD-3E20-5665-A26DDDB8D4ED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76DCBDC6-0186-F3F1-0399-0E3DD23CE2AB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2E3148-FF2A-7784-6681-8BAC96F634BB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D997971E-66EF-53B5-5372-A05D77F7E557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512A097E-D943-1FF5-65CB-ECABE2E71968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1E10ABC3-8FF9-C3A8-B276-0755FC109DFC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3AA1EF61-9D97-271B-5297-CB11C392A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16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7E0D2-764C-7828-6516-35FBE278F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AF766-26AA-BD0A-4F3B-76EB37CEF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2 – </a:t>
            </a:r>
            <a:r>
              <a:rPr lang="en-US" err="1"/>
              <a:t>Liste</a:t>
            </a:r>
            <a:r>
              <a:rPr lang="en-US"/>
              <a:t> </a:t>
            </a:r>
            <a:r>
              <a:rPr lang="en-US" err="1"/>
              <a:t>d'itération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AE28E-29F6-2334-36F8-8BF7F4E9D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DC33EC-18D9-99E4-421F-5F47A3100145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E9A7C019-45F1-3BDE-48B0-7878836E2AFE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88C942D9-A8B1-63BA-7A15-7BC4A98EB277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08836F3B-DF8D-70DC-56D0-8ABA66654812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979365-ED37-8402-6C14-7670C03E2EF3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F304A4CE-5CF4-4FCE-AC18-B8087818F8CF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E77CEA64-4C22-8FBA-CDC4-61BD850B00A9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079B32DB-EEA7-B44A-375D-FB728A7C18E1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DBFE16B3-0D9A-4227-6689-C875B06A0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32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38415-8B99-499B-0A46-1E42BDEB4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7394-BA13-8A01-8FC9-CCF77CBF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Améliorations</a:t>
            </a:r>
            <a:r>
              <a:rPr lang="en-US" dirty="0"/>
              <a:t> : PMF &gt; PHF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D8732-C295-6C17-25D3-ECCD28CEE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45316C1-C42A-6456-69DE-C44E71B8361B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40FF648C-240D-69E4-F788-03E00AE2D63F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46A6D707-C3C5-C5C4-AF2A-9FAD0E1323DA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7F6AC69E-11A6-4AC3-8699-4B028D28238B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7AB74B-231F-CEC3-8393-8186B8C2C54B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A67E4893-E21E-0AB4-01B6-07378D3E6FFB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88B18DDA-9C50-66BE-163D-CF3E382EC5F0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23285450-08C8-9675-A1DA-B097F6B62E44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D04ED2F7-D73A-5BAC-5F93-5DF021538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84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D99F3-99A1-0DCD-DBD1-5E594E98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88743-976D-4610-0060-2F2DF4342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885" y="2232705"/>
            <a:ext cx="7609115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800" b="1" err="1"/>
              <a:t>Besoin</a:t>
            </a:r>
            <a:r>
              <a:rPr lang="en-US" sz="4800" b="1"/>
              <a:t> 2: -</a:t>
            </a:r>
            <a:endParaRPr lang="en-US" sz="4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7C8E23-8A29-AACD-9845-A3433976DCF1}"/>
              </a:ext>
            </a:extLst>
          </p:cNvPr>
          <p:cNvGrpSpPr/>
          <p:nvPr/>
        </p:nvGrpSpPr>
        <p:grpSpPr>
          <a:xfrm>
            <a:off x="204479" y="275320"/>
            <a:ext cx="1079323" cy="864080"/>
            <a:chOff x="204479" y="275320"/>
            <a:chExt cx="1079323" cy="864080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1D6A655-4969-1859-F6E4-96E96A83C454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A773CA01-5B49-0EA3-9165-2145B6C21DBF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AB375141-3CE3-779C-6E88-8FF6BA4A1771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09D695F-F6A2-991C-2A1F-A6DD8155C67A}"/>
              </a:ext>
            </a:extLst>
          </p:cNvPr>
          <p:cNvGrpSpPr/>
          <p:nvPr/>
        </p:nvGrpSpPr>
        <p:grpSpPr>
          <a:xfrm rot="11280000">
            <a:off x="10779342" y="5637060"/>
            <a:ext cx="1199066" cy="874966"/>
            <a:chOff x="204479" y="275320"/>
            <a:chExt cx="1079323" cy="864080"/>
          </a:xfrm>
        </p:grpSpPr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2ED879CF-1216-50CF-1CC1-E892592A870C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3EA5FBF9-E53A-634B-5B52-EC369AFDAB75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0B3717FE-4563-22C1-EC98-F3E429BE93E0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A3F3E8BE-F053-27C4-1E46-9E77A1CB1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638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26B65-3467-A931-349A-7AF807C24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F7D173-7329-CF02-6D3D-77EDDC43A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Prototype Low </a:t>
            </a:r>
            <a:r>
              <a:rPr lang="fr-FR" dirty="0" err="1"/>
              <a:t>Fidelity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EBDE91-53F6-B32E-8535-0CDE0DE4B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Ajouter  le prototype LF</a:t>
            </a:r>
          </a:p>
        </p:txBody>
      </p:sp>
    </p:spTree>
    <p:extLst>
      <p:ext uri="{BB962C8B-B14F-4D97-AF65-F5344CB8AC3E}">
        <p14:creationId xmlns:p14="http://schemas.microsoft.com/office/powerpoint/2010/main" val="2912938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0A76-4B0A-EAFC-0CFD-FEE8390E9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92E05-DE83-BCFE-A848-DA23F2E2E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1 – Captures TLDV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6292F-81E8-C8E0-EA0F-BB6F27C22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CC5DFB0-1DF2-B884-861A-384A74B2EF9B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2C6D0CA1-7B8C-2A8E-F31D-AF6F01174A55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F1EBCC7A-43DD-07C0-7BCF-CE7DBE8077F0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F3504D9B-0BCE-55A4-9D5C-4B1D8EC80767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35417CE-617F-8A02-7968-488F1CB6BA19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FD19A34-727B-D28B-DF5C-EA552F5A03E8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88A0B2BE-0A8D-329C-BBE2-914E38BDA159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CE587B6D-BBFA-6294-AAC7-6A28B440F006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5D380695-1601-50F7-335A-C43C1131A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48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88B6-3CA2-460A-D159-22D030428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5DBD-1ED7-480E-4BDB-DD464F69D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Itération</a:t>
            </a:r>
            <a:r>
              <a:rPr lang="en-US" dirty="0"/>
              <a:t> 1 – Captures TLDV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AA669-27FB-69AA-35F7-028F82473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Capture transcription  la première </a:t>
            </a:r>
            <a:r>
              <a:rPr lang="en-US" dirty="0" err="1"/>
              <a:t>partie</a:t>
            </a:r>
            <a:r>
              <a:rPr lang="en-US" dirty="0"/>
              <a:t> de </a:t>
            </a:r>
            <a:r>
              <a:rPr lang="en-US" dirty="0" err="1"/>
              <a:t>chaque</a:t>
            </a:r>
            <a:r>
              <a:rPr lang="en-US" dirty="0"/>
              <a:t> interview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C6D823A-A3B4-2CEF-671B-28529FD82D13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98E07DB2-4290-190F-3B4F-37181CA7B6F4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F63563E2-39D2-43A8-8051-60FE2039F5F7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9854BC4D-623C-A318-C668-0FD083DC196B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C7CD29E-163D-E6EC-A05C-579ADEAD07F0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FC31E41A-4DE6-45F7-4AF4-BD7C6DAA316B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BA36CE4F-CE7C-A73E-6C45-557ED1FDF2F4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B5C59A95-54FA-2884-259C-FC0BBBA28F35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0EEB50F4-FAC1-A8FC-98CD-8C108E12C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35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A56C-5D92-77B4-5464-EE502EBC2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3B4D-31BE-FD77-9A09-5F2AF547F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1 – </a:t>
            </a:r>
            <a:r>
              <a:rPr lang="en-US" err="1"/>
              <a:t>Liste</a:t>
            </a:r>
            <a:r>
              <a:rPr lang="en-US"/>
              <a:t> </a:t>
            </a:r>
            <a:r>
              <a:rPr lang="en-US" err="1"/>
              <a:t>d'itération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F1420-887D-032B-9762-A7A839F2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9A41394-D478-5F63-CAA6-B2AAA299804C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283D7168-A94E-E862-E46F-1ACDEBDFD67F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5F4441CF-89AD-4202-D581-0CB88B561315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6663B000-1B20-AE12-C3A1-CF8F85624CC1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F0A031C-C395-47B9-8F3C-5295C24474AE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546575E0-42A2-FB26-68EA-E89AF8A88E21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43F0DB16-423E-7454-1844-F79410CCFADD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7E2C842A-B855-322C-0FB8-7EAF06783A41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2260DE7A-83AF-1405-3B76-FC984A117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16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B6F30-D761-706D-B296-64454FAC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756DF-6BCF-79EC-BEE0-2A587DF3E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Améliorations</a:t>
            </a:r>
            <a:r>
              <a:rPr lang="en-US"/>
              <a:t> : PLF &gt; PMF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FF5C8-0BE2-ECF6-F51E-B54229B2D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242C1C-8389-A8CF-3F25-8E02117CAEF8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5F36590E-A7EC-7BE6-4499-E57ACB2F7C8D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504550F7-391D-2972-EE5E-F5A7DE68A5D8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82F208C1-C291-950F-FD05-E106345EFA74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424111-078B-CB54-480D-49C4B7262E6A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6CB1CEED-D35C-5D5F-A843-B6ADB0263769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50E6E888-0154-8F58-69C4-60E7A56E6CE1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BE81CA36-95EE-E966-7DB3-97BE762FC9D0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CEA8750C-8586-B44D-48AA-9CD78DDF1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151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EAF6C-D52C-AFFE-C46D-78786D30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E1B4-CDB5-2434-6BCD-0ED52B69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2 – Captures TLDV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6BF3D-BDD6-35EC-5B80-B25671338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C21B242-8F66-7F88-72F5-E0E343FCD282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0E66B737-C0C5-E9C0-D79C-198580A6A5B1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AA6A6DA6-6420-8A5E-0D53-4AC5FE05985E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AF76B1F0-1EA1-B0E5-F97A-9A3A878704B3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C5B79A-E520-C133-E41C-3DC05922CB90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197CB4AC-80E5-BA2F-CDCA-61FEBE76598D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2E3DAEEC-841D-54D1-4920-4D5EAD3407D4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BD69DE78-6D6F-9E7D-F73B-9222900F0975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7358666A-E094-B709-6102-C6482B554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499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8145E-CF47-640D-94FF-47FEABC3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75B30-B8D0-6B68-A26B-0676E2D68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2 – </a:t>
            </a:r>
            <a:r>
              <a:rPr lang="en-US" err="1"/>
              <a:t>Liste</a:t>
            </a:r>
            <a:r>
              <a:rPr lang="en-US"/>
              <a:t> </a:t>
            </a:r>
            <a:r>
              <a:rPr lang="en-US" err="1"/>
              <a:t>d'itération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F5C44-565A-0CAB-7771-8B00C42E0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E8643B3-0593-87A7-D17F-0F0ECFB1C4C6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352AAFE1-B264-18A1-AAF7-C391647F824E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92532479-C8A2-7319-F9D7-975725D5B557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373BEF4F-D915-6213-09F8-CE7AC6F387A9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0EDA19-24F7-11EA-704D-AE19DF028AEA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82ADCF1F-084B-8491-8B9A-D82BCF596417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E27F7475-881E-B5CC-D336-E339E9AF6527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4ED7482F-7F78-C6C8-21FE-7FEE8147DC9E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F0D00467-2305-0060-A8EB-194058A2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690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153E-D475-0DC7-1F7E-0A9410E72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5BA9-58BF-D688-E280-CA6CB683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Améliorations</a:t>
            </a:r>
            <a:r>
              <a:rPr lang="en-US" dirty="0"/>
              <a:t> : PMF &gt; PHF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81964-5A21-66FB-357A-43156AF1D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DF74C70-790D-F17D-B8FC-44D8E75E5665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A5647DE8-55C7-159A-FDED-29F041D6CCB2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F81D840F-7A3E-FFFD-D9F4-BAAC16DC10A6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481E9D8A-5C2C-BAF2-DCFB-1DE81BC75723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C737EA-5820-0AC6-85A6-D97DE1A18813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05FC7688-4DB0-6C28-9C82-43F71A92EA33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8F5394FA-97F8-4219-68CC-163897596D6D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356121AA-4946-EE31-AF71-D98C54A1F94D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4006A327-B118-EA26-E3F4-5C859F0D3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046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BC91A-E805-A673-3D10-9ACFC28E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AC690-59A0-CDCD-6351-4E1D57BB4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885" y="2232705"/>
            <a:ext cx="7609115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800" b="1" err="1"/>
              <a:t>Besoin</a:t>
            </a:r>
            <a:r>
              <a:rPr lang="en-US" sz="4800" b="1"/>
              <a:t> 3: -</a:t>
            </a:r>
            <a:endParaRPr lang="en-US" sz="48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E9A1574-DAD1-4D6A-9983-58B05EE13DFF}"/>
              </a:ext>
            </a:extLst>
          </p:cNvPr>
          <p:cNvGrpSpPr/>
          <p:nvPr/>
        </p:nvGrpSpPr>
        <p:grpSpPr>
          <a:xfrm>
            <a:off x="204479" y="275320"/>
            <a:ext cx="1079323" cy="864080"/>
            <a:chOff x="204479" y="275320"/>
            <a:chExt cx="1079323" cy="864080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92A2FC3C-0693-BED1-CB06-72DCA722A003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924238AD-4D1D-9E4D-C25E-C1900CC8BF73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CD74AC13-C98A-4DB9-44DA-37291E8F4BA1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27ED20-C6EC-D7F8-38BA-26F23F88AD02}"/>
              </a:ext>
            </a:extLst>
          </p:cNvPr>
          <p:cNvGrpSpPr/>
          <p:nvPr/>
        </p:nvGrpSpPr>
        <p:grpSpPr>
          <a:xfrm rot="11280000">
            <a:off x="10779342" y="5637060"/>
            <a:ext cx="1199066" cy="874966"/>
            <a:chOff x="204479" y="275320"/>
            <a:chExt cx="1079323" cy="864080"/>
          </a:xfrm>
        </p:grpSpPr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062F88E-547F-B970-B007-80366F584DC0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0803AB79-BA2B-1DC5-1F39-749ABBD48540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BAFDE853-1F61-C8F2-C593-9A9A24E6EB58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D4966CB1-8A21-2130-5F03-84E6A55DE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45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C2CC9-5C3A-81FD-798A-D22A568E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CB3483-532D-D0A0-7B17-3A329AF3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Prototype Low Fidelity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FA752F-3786-8E08-CBFF-47B49C0A5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Ajouter  le prototype LF</a:t>
            </a:r>
          </a:p>
        </p:txBody>
      </p:sp>
    </p:spTree>
    <p:extLst>
      <p:ext uri="{BB962C8B-B14F-4D97-AF65-F5344CB8AC3E}">
        <p14:creationId xmlns:p14="http://schemas.microsoft.com/office/powerpoint/2010/main" val="2324872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033A3-8B87-014B-6D51-46B807C53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183B-CB4D-4101-1956-792C5DDA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1 – Captures TLDV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88C96-629E-4DDE-1636-209267105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CBF6FCE-FED0-24AE-219F-1C8BFD6707E9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F848E12E-5F79-09D0-C86F-EFE14955B530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9721DF75-D352-7E44-95D2-B2EF23124B8D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9FEF4D60-CEC4-5D28-A897-5E95CEEF7378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65B000-AAD5-9C3A-8B40-30EA52449C62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611EB35E-B410-719A-8770-66A56DAA19BE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99E4B659-BF43-7393-710B-3360DC6B268F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44BB5278-7FEE-94CF-70E0-D295A9C96A83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FBE7D527-EB96-6DC7-358A-17A1802FC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07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2A73A-D080-54F8-EEEF-308F46494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8F13-7F40-98D3-6132-7F564FAD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Itération</a:t>
            </a:r>
            <a:r>
              <a:rPr lang="en-US" dirty="0"/>
              <a:t> 1 – Captures TLDV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CA65D-2A52-1D29-D5E8-804E7D524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Capture transcription  la première </a:t>
            </a:r>
            <a:r>
              <a:rPr lang="en-US" dirty="0" err="1"/>
              <a:t>partie</a:t>
            </a:r>
            <a:r>
              <a:rPr lang="en-US" dirty="0"/>
              <a:t> de </a:t>
            </a:r>
            <a:r>
              <a:rPr lang="en-US" dirty="0" err="1"/>
              <a:t>chaque</a:t>
            </a:r>
            <a:r>
              <a:rPr lang="en-US" dirty="0"/>
              <a:t> interview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7B264B-A2B6-D0BD-BE77-EABF049DE56A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45E49CEB-23C7-62C6-D736-BF4164DB43E3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4E74DD3B-D1B4-1A46-3C05-F2F997E6DA58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D36AE892-FD7E-3338-0EC8-A69826B39ABF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932E11B-86AF-F418-DBD5-E001A2BCE33C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69420B2-1492-0CE0-9947-8B10A9A409DC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99A3D9C7-76EC-665A-8F73-2D0724104BB2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814EA509-7CEC-2A17-941C-8395AD8D66FD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D0AE3011-1BCE-FE98-4451-978F0F92E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022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D2EB9-E011-713A-C41F-6EC7B36B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0C07-6572-C614-F6CD-DAF0728CC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1 – </a:t>
            </a:r>
            <a:r>
              <a:rPr lang="en-US" err="1"/>
              <a:t>Liste</a:t>
            </a:r>
            <a:r>
              <a:rPr lang="en-US"/>
              <a:t> </a:t>
            </a:r>
            <a:r>
              <a:rPr lang="en-US" err="1"/>
              <a:t>d'itération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67599-BEBA-875E-5F90-500C46B75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CFD0F1-D636-69CA-6DE0-FA178CB67170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67C22D7A-59FE-32C3-0B06-CF917EFB3081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B723B68C-6146-C082-EEF2-095A4BD080E2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D2639EB4-01BA-6ABF-3D49-F4B5F0AC580B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ABB51F-0C6C-89BF-3B36-7931FD7C4630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7E006FEE-DB98-3ED6-1899-A7493BF33E09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8E255BC5-9A9C-B9CD-EAF3-F5DABE1187CE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E8CF17D3-10F5-36CC-FF2E-DD4ED1A78D28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F2C260E3-12C5-6C85-5409-341D19EF9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34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16D3-8CD2-6A6D-FEB0-878FFFAD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AC662-7E24-5C71-3EFD-A0C807D48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Améliorations</a:t>
            </a:r>
            <a:r>
              <a:rPr lang="en-US"/>
              <a:t> : PLF &gt; PMF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71723-842A-7A13-FEFC-DB6D00994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772AE53-DBEF-C6A1-BF29-0900A0D0F197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65FA6D4D-855A-1C4D-1E42-BDC9F6341089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0D6447AF-118C-6534-BD57-8B073EE428B9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6CE60A2D-B654-0992-75A4-93FAFDF76DC5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4EA6FEC-3A9C-42C6-5296-361DF5742571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9BB6A529-4936-6E14-AE00-0E80159EDF8D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BAFFC9E4-8A4D-D22B-D1B8-BCECBED6C48A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F507CA19-D7D1-CA74-5DC2-09B2E8929D2A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32A5D969-7B28-4BBA-A168-D04144EA3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2795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218B9-48D0-A0DC-06C2-2B575A9AC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C762A-42EE-D0A8-B930-D4C1E1E5A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2 – Captures TLDV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72A9C-8ED4-3B7B-711B-2538AA34E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83D924-DE54-C542-484E-252A054BFB2C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304F4C7E-3B14-E375-F0F7-B8C3A217D585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F018248D-B08A-DD3A-00E2-7A5C05636377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F0250F98-954C-F6DA-11FC-BDFB40B26C7A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AE693FF-983A-1B74-8E6E-9FA9688C0766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014B9E63-3A24-A92F-1665-DA7D4E6F6C60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7F2DFD5B-79C3-8920-7BE0-551BD25CAC47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95B1A54B-3BFD-B4AC-18AE-698C2C32EA08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7E2958C5-3FD6-404C-EC9C-C78E1452D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47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71E9-E737-F6D1-E143-CD0AD59AE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F048-BA93-1D6C-58BB-AD6C3D062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Itération</a:t>
            </a:r>
            <a:r>
              <a:rPr lang="en-US"/>
              <a:t> 2 – </a:t>
            </a:r>
            <a:r>
              <a:rPr lang="en-US" err="1"/>
              <a:t>Liste</a:t>
            </a:r>
            <a:r>
              <a:rPr lang="en-US"/>
              <a:t> </a:t>
            </a:r>
            <a:r>
              <a:rPr lang="en-US" err="1"/>
              <a:t>d'itération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44B4E-2EBA-695A-B2E6-E41011DC9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2DBCDF-D707-DC66-8AB8-352385135349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127182B9-7A5E-79D3-DD75-A5D9779D3C12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10316642-7431-0876-7D85-79A65B2F2D83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9979FCFB-9342-F311-5F5B-4B2F1F8B7B8A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735AAC-829B-8F32-E366-77CD0BC22C62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3BA81CA3-7F50-EED9-463B-94DA382EF8AF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C9FE19AA-7710-C173-2373-521F267B80C7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29C6E050-5279-7AE1-C118-3A680D20BA6A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200D2B7C-B772-8C60-C145-6B1BE0204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3567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59BD9-8B35-65A7-9548-0DDD204E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3541B-45B2-F352-31EB-39397865C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Améliorations</a:t>
            </a:r>
            <a:r>
              <a:rPr lang="en-US" dirty="0"/>
              <a:t> : PMF &gt; PHF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CDFD4-E151-47B4-7B1B-92690D0E9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4BCEC50-4EB8-8095-F3E7-AACBBF404AF9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1DBD48AF-A19F-463D-4F95-11CE3B901D8B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0DD85BDA-AD60-AB5B-0A89-20D719400F19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65D6C80E-0BB0-BAD5-4AA4-93796938502D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20D749-A73D-67F0-57C5-D443446B9F14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DB7FD165-432E-38E6-7BC6-E2A5EB6F7A66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71F10EC1-0388-C7FF-6CB3-59C91CB9B2F8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272698C8-FF16-8241-B2C1-87C984A4B10B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D580AD2C-BC66-5391-DE36-25DF81D1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0169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CC1D2-8F2C-1443-90EE-670729B52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9D843-1865-F433-42FB-32F3E3CC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5.User Flow </a:t>
            </a:r>
            <a:r>
              <a:rPr lang="en-US" dirty="0" err="1">
                <a:ea typeface="+mj-lt"/>
                <a:cs typeface="+mj-lt"/>
              </a:rPr>
              <a:t>Complet</a:t>
            </a:r>
            <a:r>
              <a:rPr lang="en-US" dirty="0">
                <a:ea typeface="+mj-lt"/>
                <a:cs typeface="+mj-lt"/>
              </a:rPr>
              <a:t>  Prototype Final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48D8A-A545-1691-94C9-F405FEBC0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A6F8ACC-7653-7277-73BA-078AE1527895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E461D863-080F-D0DD-C414-CAEE1FD66D0B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B798BEF6-425C-D6E3-5BBD-221E95E85F62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46829A66-25DF-29B2-1898-EF9C02582F80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6DC893F-520D-79CA-DB7B-1D417238B199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582E4646-E59D-5110-8E40-25BC9CA028FF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C2BE1072-2C56-B7A7-F2C2-71191023D3E1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C4AC31A6-6443-187D-C2B3-DC5E96289D88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5F539083-273C-5985-F6F7-DB6FB8F61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75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ACE5-5288-0F86-7595-8F0577D07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34A5-912E-57AA-6733-04B90968E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6.Démo </a:t>
            </a:r>
            <a:r>
              <a:rPr lang="en-US" err="1">
                <a:ea typeface="+mj-lt"/>
                <a:cs typeface="+mj-lt"/>
              </a:rPr>
              <a:t>vidéo</a:t>
            </a:r>
            <a:r>
              <a:rPr lang="en-US">
                <a:ea typeface="+mj-lt"/>
                <a:cs typeface="+mj-lt"/>
              </a:rPr>
              <a:t>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1DD2C-8D28-DC36-5AAF-C85A326CF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76FE02-1C68-59D4-A09D-91CD41B35F96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8943C5A4-0060-222F-B95A-B8067D344E3D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AC4DAFA-F34D-71F6-77FD-6834C5E6B6C2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7043C0BB-903D-11D7-07A0-2B6D794CDCC4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6EDC9B-BA16-E5DC-E136-8FB0177AE6E5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A911854B-4D65-F5B9-1A69-78CBDBB803B8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15CAC82C-BCDA-B1AA-0C81-AB9B952292F1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5125F446-E7AB-953A-5A7C-0FABA1871FE2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819BEE26-21CF-A84C-AEFA-C3BA26006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81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BAE9F-24BC-968A-002B-5F3A713EF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52254-1E4A-643E-FF2B-DEC4A3FA8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7.Etude comparative </a:t>
            </a:r>
            <a:r>
              <a:rPr lang="en-US" dirty="0" err="1">
                <a:ea typeface="+mj-lt"/>
                <a:cs typeface="+mj-lt"/>
              </a:rPr>
              <a:t>Analytique</a:t>
            </a:r>
            <a:r>
              <a:rPr lang="en-US" dirty="0">
                <a:ea typeface="+mj-lt"/>
                <a:cs typeface="+mj-lt"/>
              </a:rPr>
              <a:t> </a:t>
            </a:r>
            <a:r>
              <a:rPr lang="en-US" sz="3200" dirty="0">
                <a:ea typeface="+mj-lt"/>
                <a:cs typeface="+mj-lt"/>
              </a:rPr>
              <a:t>(Test </a:t>
            </a:r>
            <a:r>
              <a:rPr lang="en-US" sz="3200" dirty="0" err="1">
                <a:ea typeface="+mj-lt"/>
                <a:cs typeface="+mj-lt"/>
              </a:rPr>
              <a:t>quantitatif</a:t>
            </a:r>
            <a:r>
              <a:rPr lang="en-US" sz="3200" dirty="0">
                <a:ea typeface="+mj-lt"/>
                <a:cs typeface="+mj-lt"/>
              </a:rPr>
              <a:t> / User Flow final) 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EDD67-C1D3-0AAF-4EC0-C0BA55C02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F2D704A-BE12-CE96-6FA1-EC41506BB283}"/>
              </a:ext>
            </a:extLst>
          </p:cNvPr>
          <p:cNvGrpSpPr/>
          <p:nvPr/>
        </p:nvGrpSpPr>
        <p:grpSpPr>
          <a:xfrm>
            <a:off x="182708" y="242663"/>
            <a:ext cx="763638" cy="668138"/>
            <a:chOff x="204479" y="275320"/>
            <a:chExt cx="1079323" cy="864080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E718AEEA-43F5-9183-521E-71018C08D702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F3AC79C8-0F8B-AA1B-451C-DC844DF6F409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5B42BFDA-1F81-A141-E208-D02D99987F71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03A48D-FD53-9D41-4F62-19C074EDD8F1}"/>
              </a:ext>
            </a:extLst>
          </p:cNvPr>
          <p:cNvGrpSpPr/>
          <p:nvPr/>
        </p:nvGrpSpPr>
        <p:grpSpPr>
          <a:xfrm rot="11280000">
            <a:off x="10779338" y="5637060"/>
            <a:ext cx="1199066" cy="874966"/>
            <a:chOff x="204479" y="275320"/>
            <a:chExt cx="1079323" cy="864080"/>
          </a:xfrm>
        </p:grpSpPr>
        <p:sp>
          <p:nvSpPr>
            <p:cNvPr id="10" name="Right Triangle 9">
              <a:extLst>
                <a:ext uri="{FF2B5EF4-FFF2-40B4-BE49-F238E27FC236}">
                  <a16:creationId xmlns:a16="http://schemas.microsoft.com/office/drawing/2014/main" id="{452F11D4-A4BD-E163-24CB-E948B765E3F1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CC09E18A-16EE-4C6D-A0F0-9680EE7DCEC6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ight Triangle 11">
              <a:extLst>
                <a:ext uri="{FF2B5EF4-FFF2-40B4-BE49-F238E27FC236}">
                  <a16:creationId xmlns:a16="http://schemas.microsoft.com/office/drawing/2014/main" id="{47A65313-868F-400A-E15A-A122D5793D10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black and red background with a grey and white letter i&#10;&#10;AI-generated content may be incorrect.">
            <a:extLst>
              <a:ext uri="{FF2B5EF4-FFF2-40B4-BE49-F238E27FC236}">
                <a16:creationId xmlns:a16="http://schemas.microsoft.com/office/drawing/2014/main" id="{0B0F19FE-2EA1-2DEB-1122-A20B38E7F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942" y="243411"/>
            <a:ext cx="1349830" cy="66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677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E7ADF9-BB33-E218-7836-262A7AB03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14AF3-ED89-D1E6-85D1-5C52B9201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6885" y="2232705"/>
            <a:ext cx="7609115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/>
              <a:t>Merci pour </a:t>
            </a:r>
            <a:r>
              <a:rPr lang="en-US" b="1" err="1"/>
              <a:t>votre</a:t>
            </a:r>
            <a:r>
              <a:rPr lang="en-US" b="1"/>
              <a:t> attention !</a:t>
            </a:r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8CA127-577E-6958-38E1-7B819685217A}"/>
              </a:ext>
            </a:extLst>
          </p:cNvPr>
          <p:cNvGrpSpPr/>
          <p:nvPr/>
        </p:nvGrpSpPr>
        <p:grpSpPr>
          <a:xfrm>
            <a:off x="204479" y="275320"/>
            <a:ext cx="1079323" cy="864080"/>
            <a:chOff x="204479" y="275320"/>
            <a:chExt cx="1079323" cy="864080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76A06FA7-1347-160A-DD72-285675C41108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AF5A65D1-0D80-4B59-7A5A-217F0A9058BF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ight Triangle 8">
              <a:extLst>
                <a:ext uri="{FF2B5EF4-FFF2-40B4-BE49-F238E27FC236}">
                  <a16:creationId xmlns:a16="http://schemas.microsoft.com/office/drawing/2014/main" id="{11C866AF-97D9-1FEF-3627-C33428DA5712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Subtitle 2">
            <a:extLst>
              <a:ext uri="{FF2B5EF4-FFF2-40B4-BE49-F238E27FC236}">
                <a16:creationId xmlns:a16="http://schemas.microsoft.com/office/drawing/2014/main" id="{D623CD3E-85AC-0590-8584-5D96A9E8FCB4}"/>
              </a:ext>
            </a:extLst>
          </p:cNvPr>
          <p:cNvSpPr txBox="1">
            <a:spLocks/>
          </p:cNvSpPr>
          <p:nvPr/>
        </p:nvSpPr>
        <p:spPr>
          <a:xfrm>
            <a:off x="1524000" y="5996895"/>
            <a:ext cx="9144000" cy="49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3F3F3F"/>
                </a:solidFill>
                <a:ea typeface="+mn-lt"/>
                <a:cs typeface="+mn-lt"/>
              </a:rPr>
              <a:t>Année Universitaire - 2025-2026</a:t>
            </a:r>
            <a:endParaRPr lang="en-US">
              <a:solidFill>
                <a:srgbClr val="3F3F3F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930D9FF-D8FF-DB86-9634-AE174AA34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114" y="254296"/>
            <a:ext cx="2318658" cy="1015406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18AAAA5-C3F2-B8DD-0DC5-3371B3CF5F98}"/>
              </a:ext>
            </a:extLst>
          </p:cNvPr>
          <p:cNvGrpSpPr/>
          <p:nvPr/>
        </p:nvGrpSpPr>
        <p:grpSpPr>
          <a:xfrm rot="11280000">
            <a:off x="10779342" y="5637060"/>
            <a:ext cx="1199066" cy="874966"/>
            <a:chOff x="204479" y="275320"/>
            <a:chExt cx="1079323" cy="864080"/>
          </a:xfrm>
        </p:grpSpPr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046DF9C4-33DB-2328-F005-6E3B8E9036A2}"/>
                </a:ext>
              </a:extLst>
            </p:cNvPr>
            <p:cNvSpPr/>
            <p:nvPr/>
          </p:nvSpPr>
          <p:spPr>
            <a:xfrm rot="2400000">
              <a:off x="204479" y="275320"/>
              <a:ext cx="721601" cy="508010"/>
            </a:xfrm>
            <a:prstGeom prst="rtTriangle">
              <a:avLst/>
            </a:prstGeom>
            <a:solidFill>
              <a:srgbClr val="C00000">
                <a:alpha val="46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ight Triangle 28">
              <a:extLst>
                <a:ext uri="{FF2B5EF4-FFF2-40B4-BE49-F238E27FC236}">
                  <a16:creationId xmlns:a16="http://schemas.microsoft.com/office/drawing/2014/main" id="{3131CC7C-C3E4-F494-4415-03692812882A}"/>
                </a:ext>
              </a:extLst>
            </p:cNvPr>
            <p:cNvSpPr/>
            <p:nvPr/>
          </p:nvSpPr>
          <p:spPr>
            <a:xfrm rot="8520000">
              <a:off x="804744" y="339118"/>
              <a:ext cx="405916" cy="388268"/>
            </a:xfrm>
            <a:prstGeom prst="rtTriangle">
              <a:avLst/>
            </a:prstGeom>
            <a:solidFill>
              <a:srgbClr val="C00000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ight Triangle 29">
              <a:extLst>
                <a:ext uri="{FF2B5EF4-FFF2-40B4-BE49-F238E27FC236}">
                  <a16:creationId xmlns:a16="http://schemas.microsoft.com/office/drawing/2014/main" id="{54595F47-AA21-BEE5-8CEA-AA90FBEC075E}"/>
                </a:ext>
              </a:extLst>
            </p:cNvPr>
            <p:cNvSpPr/>
            <p:nvPr/>
          </p:nvSpPr>
          <p:spPr>
            <a:xfrm rot="5220000">
              <a:off x="957467" y="813065"/>
              <a:ext cx="318830" cy="333840"/>
            </a:xfrm>
            <a:prstGeom prst="rtTriangle">
              <a:avLst/>
            </a:prstGeom>
            <a:solidFill>
              <a:srgbClr val="C0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784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402</TotalTime>
  <Words>301</Words>
  <Application>Microsoft Macintosh PowerPoint</Application>
  <PresentationFormat>Widescreen</PresentationFormat>
  <Paragraphs>73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Courier New</vt:lpstr>
      <vt:lpstr>Courier New,monospace</vt:lpstr>
      <vt:lpstr>office theme</vt:lpstr>
      <vt:lpstr>Validation Finale UX Design </vt:lpstr>
      <vt:lpstr>Plan</vt:lpstr>
      <vt:lpstr>1.Membres de l'équipe </vt:lpstr>
      <vt:lpstr>Besoin 1: -</vt:lpstr>
      <vt:lpstr>Prototype Low Fidelity</vt:lpstr>
      <vt:lpstr>Itération 1 – Captures TLDV</vt:lpstr>
      <vt:lpstr>Itération 1 – Captures TLDV</vt:lpstr>
      <vt:lpstr>Itération 1 – Liste d'itération</vt:lpstr>
      <vt:lpstr>Améliorations : PLF &gt; PMF</vt:lpstr>
      <vt:lpstr>Itération 2 – Captures TLDV</vt:lpstr>
      <vt:lpstr>Itération 2 – Liste d'itération</vt:lpstr>
      <vt:lpstr>Améliorations : PMF &gt; PHF</vt:lpstr>
      <vt:lpstr>Besoin 2: -</vt:lpstr>
      <vt:lpstr>Prototype Low Fidelity</vt:lpstr>
      <vt:lpstr>Itération 1 – Captures TLDV</vt:lpstr>
      <vt:lpstr>Itération 1 – Captures TLDV</vt:lpstr>
      <vt:lpstr>Itération 1 – Liste d'itération</vt:lpstr>
      <vt:lpstr>Améliorations : PLF &gt; PMF</vt:lpstr>
      <vt:lpstr>Itération 2 – Captures TLDV</vt:lpstr>
      <vt:lpstr>Itération 2 – Liste d'itération</vt:lpstr>
      <vt:lpstr>Améliorations : PMF &gt; PHF</vt:lpstr>
      <vt:lpstr>Besoin 3: -</vt:lpstr>
      <vt:lpstr>Prototype Low Fidelity</vt:lpstr>
      <vt:lpstr>Itération 1 – Captures TLDV</vt:lpstr>
      <vt:lpstr>Itération 1 – Captures TLDV</vt:lpstr>
      <vt:lpstr>Itération 1 – Liste d'itération</vt:lpstr>
      <vt:lpstr>Améliorations : PLF &gt; PMF</vt:lpstr>
      <vt:lpstr>Itération 2 – Captures TLDV</vt:lpstr>
      <vt:lpstr>Itération 2 – Liste d'itération</vt:lpstr>
      <vt:lpstr>Améliorations : PMF &gt; PHF</vt:lpstr>
      <vt:lpstr>5.User Flow Complet  Prototype Final</vt:lpstr>
      <vt:lpstr>6.Démo vidéo </vt:lpstr>
      <vt:lpstr>7.Etude comparative Analytique (Test quantitatif / User Flow final) </vt:lpstr>
      <vt:lpstr>Merci pour votre attention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Saief CHEKILI</cp:lastModifiedBy>
  <cp:revision>43</cp:revision>
  <dcterms:created xsi:type="dcterms:W3CDTF">2025-10-15T21:10:50Z</dcterms:created>
  <dcterms:modified xsi:type="dcterms:W3CDTF">2025-10-18T17:58:22Z</dcterms:modified>
</cp:coreProperties>
</file>